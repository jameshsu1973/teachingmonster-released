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400" b="1"/>
            </a:pPr>
            <a:r>
              <a:t>Spotting the Slope in Excel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572000" cy="3657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400"/>
            </a:pPr>
            <a:r>
              <a:t>• Ignore the scatterplot; focus on the 'Coefficients' table.</a:t>
            </a:r>
            <a:br/>
            <a:br/>
            <a:r>
              <a:t>• Identify the row corresponding to your specific input variable.</a:t>
            </a:r>
            <a:br/>
            <a:br/>
            <a:r>
              <a:t>• The value in the Coefficient column is your slope.</a:t>
            </a:r>
          </a:p>
        </p:txBody>
      </p:sp>
      <p:pic>
        <p:nvPicPr>
          <p:cNvPr id="4" name="Picture 3" descr="4c66b7567fee150e734b9368c58888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730" y="1828800"/>
            <a:ext cx="621792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