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Anatomy of the Hydrogen Bond</a:t>
            </a:r>
          </a:p>
        </p:txBody>
      </p:sp>
      <p:pic>
        <p:nvPicPr>
          <p:cNvPr id="3" name="Picture 2" descr="ea290aa998ad9d198d2b0f0e5fc2c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371600"/>
            <a:ext cx="6400800" cy="3657600"/>
          </a:xfrm>
          <a:prstGeom prst="rect">
            <a:avLst/>
          </a:prstGeom>
        </p:spPr>
      </p:pic>
      <p:pic>
        <p:nvPicPr>
          <p:cNvPr id="4" name="Picture 3" descr="fb8f207c2d15d81558ea7ea88194d8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474720"/>
            <a:ext cx="13716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10360152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>
                <a:solidFill>
                  <a:srgbClr val="34495E"/>
                </a:solidFill>
              </a:defRPr>
            </a:pPr>
            <a:r>
              <a:t>The H-bond is a partial electrostatic and partial covalent 'handshake'. Note the distance: O...H is 1.8 Å, nearly double the covalent bond length.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