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Beyond the Basics: sp3 Hybridization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000">
                <a:solidFill>
                  <a:srgbClr val="34495E"/>
                </a:solidFill>
              </a:defRPr>
            </a:pPr>
            <a:r>
              <a:t>Oxygen's 1s² 2s² 2p⁴ configuration doesn't stay in its lane; it hybridizes into four sp³ lobes to prepare for molecular bonding.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3949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/>
            </a:pPr>
            <a:r>
              <a:t>Standard Atomic P-Orbitals</a:t>
            </a:r>
          </a:p>
        </p:txBody>
      </p:sp>
      <p:pic>
        <p:nvPicPr>
          <p:cNvPr id="5" name="Picture 4" descr="331fad349bd66c971fbfb68da0ad2d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68880"/>
            <a:ext cx="539496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36792" y="2011680"/>
            <a:ext cx="53949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/>
            </a:pPr>
            <a:r>
              <a:t>Tetrahedral sp3 Hybridized Lobes</a:t>
            </a:r>
          </a:p>
        </p:txBody>
      </p:sp>
      <p:pic>
        <p:nvPicPr>
          <p:cNvPr id="7" name="Picture 6" descr="9437f66848e291bdad0b2551d45ec0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468880"/>
            <a:ext cx="5394960" cy="3931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