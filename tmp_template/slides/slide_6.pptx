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Electrostatic Potential (ESP) Mapping</a:t>
            </a:r>
          </a:p>
        </p:txBody>
      </p:sp>
      <p:pic>
        <p:nvPicPr>
          <p:cNvPr id="3" name="Picture 2" descr="264a1ce765d76948ccc9dc1d98caa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82296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058400" y="2286000"/>
            <a:ext cx="27432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3200400"/>
            <a:ext cx="274320" cy="914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2286000"/>
            <a:ext cx="1371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δ- (Nucleophilic)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3200400"/>
            <a:ext cx="1371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δ+ (Electrophilic)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>
                <a:solidFill>
                  <a:srgbClr val="E0E0E0"/>
                </a:solidFill>
              </a:defRPr>
            </a:pPr>
            <a:r>
              <a:t>Visualizing the charge: A heat-map showing electron density pooling around the oxygen (red, $\delta-$) and leaving hydrogens high and dry (blue, $\delta+$).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