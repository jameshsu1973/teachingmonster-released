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The Solvation Problem: Clathrate Cages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45720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>
                <a:solidFill>
                  <a:srgbClr val="34495E"/>
                </a:solidFill>
              </a:defRPr>
            </a:pPr>
            <a:r>
              <a:t>When water meets a nonpolar solute like Methane, it forms a highly ordered 'cage' to maintain its H-bonds. It's organized, but at a cost.</a:t>
            </a:r>
          </a:p>
        </p:txBody>
      </p:sp>
      <p:pic>
        <p:nvPicPr>
          <p:cNvPr id="4" name="Picture 3" descr="843d6b0d4d4d0543d44b87101c566f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594360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