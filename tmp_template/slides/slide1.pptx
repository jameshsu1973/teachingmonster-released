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/>
            </a:pPr>
            <a:r>
              <a:t>Welcome: Making Sense of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1492" y="2286000"/>
            <a:ext cx="8531352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/>
            </a:pPr>
            <a:r>
              <a:t>• Regression is a tool for estimating business impacts</a:t>
            </a:r>
            <a:br/>
            <a:br/>
            <a:r>
              <a:t>• Focus on interpreting software outputs</a:t>
            </a:r>
            <a:br/>
            <a:br/>
            <a:r>
              <a:t>• Bridge the gap between math and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