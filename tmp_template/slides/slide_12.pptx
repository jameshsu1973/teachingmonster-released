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The Tetrahedral Ideal</a:t>
            </a:r>
          </a:p>
        </p:txBody>
      </p:sp>
      <p:pic>
        <p:nvPicPr>
          <p:cNvPr id="3" name="Picture 2" descr="097e24b6aead721752b534645e25e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3716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669280"/>
            <a:ext cx="94457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>
                <a:solidFill>
                  <a:srgbClr val="34495E"/>
                </a:solidFill>
              </a:defRPr>
            </a:pPr>
            <a:r>
              <a:t>Every molecule can act as 2 donors and 2 acceptors. In a perfect world, one water molecule coordinates with four neighbors in a tetrahedron.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