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Bond Strength (kcal/mol)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Covalent</c:v>
                </c:pt>
                <c:pt idx="1">
                  <c:v>Ionic</c:v>
                </c:pt>
                <c:pt idx="2">
                  <c:v>H-bond</c:v>
                </c:pt>
                <c:pt idx="3">
                  <c:v>Van der Waals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80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>
                <a:solidFill>
                  <a:srgbClr val="2C3E50"/>
                </a:solidFill>
              </a:defRPr>
            </a:pPr>
            <a:r>
              <a:t>Comparative Energetics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0584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i="1">
                <a:solidFill>
                  <a:srgbClr val="34495E"/>
                </a:solidFill>
              </a:defRPr>
            </a:pPr>
            <a:r>
              <a:t>At 2–5 kcal/mol, H-bonds are the 'Velcro' of biology: strong enough to hold together, weak enough to unzip on demand.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2011680"/>
          <a:ext cx="10360152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0" y="6400800"/>
            <a:ext cx="25877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200">
                <a:solidFill>
                  <a:srgbClr val="7F8C8D"/>
                </a:solidFill>
              </a:defRPr>
            </a:pPr>
            <a:r>
              <a:t>Note: 1 kcal/mol ≈ 4.184 kJ/mol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