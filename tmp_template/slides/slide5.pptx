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400" b="1"/>
            </a:pPr>
            <a:r>
              <a:t>Describing the Interval</a:t>
            </a:r>
          </a:p>
        </p:txBody>
      </p:sp>
      <p:sp>
        <p:nvSpPr>
          <p:cNvPr id="3" name="Rectangle 2"/>
          <p:cNvSpPr/>
          <p:nvPr/>
        </p:nvSpPr>
        <p:spPr>
          <a:xfrm>
            <a:off x="2031492" y="1828800"/>
            <a:ext cx="8531352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defRPr sz="3200" b="1"/>
            </a:pPr>
            <a:r>
              <a:t>The true impact is likely between [Lower] and [Upper].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31492" y="4114800"/>
            <a:ext cx="8531352" cy="1828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400"/>
            </a:pPr>
            <a:r>
              <a:t>• Use the phrase: 'We are 95% confident the true impact is between X and Y'</a:t>
            </a:r>
            <a:br/>
            <a:r>
              <a:t>• High/Low range reflects potential business risk</a:t>
            </a:r>
            <a:br/>
            <a:r>
              <a:t>• Avoid academic probability jargon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