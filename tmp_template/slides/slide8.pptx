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defRPr sz="4800" b="1"/>
            </a:pPr>
            <a:r>
              <a:t>Course Recap &amp; Sanity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5746" y="2286000"/>
            <a:ext cx="9445752" cy="3657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defRPr sz="2800"/>
            </a:pPr>
            <a:r>
              <a:t>• Identify slope to understand business impact</a:t>
            </a:r>
            <a:br/>
            <a:br/>
            <a:r>
              <a:t>• Use confidence intervals to define the range of reliability</a:t>
            </a:r>
            <a:br/>
            <a:br/>
            <a:r>
              <a:t>• Apply the Zero Rule to ensure statistical significance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