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>
                <a:solidFill>
                  <a:srgbClr val="1A237E"/>
                </a:solidFill>
              </a:defRPr>
            </a:pPr>
            <a:r>
              <a:t>Thermal Capacity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>
                <a:solidFill>
                  <a:srgbClr val="333333"/>
                </a:solidFill>
              </a:defRPr>
            </a:pPr>
            <a:r>
              <a:t>Water acts as a thermal buffer. Breaking that Hydrogen Bond Network (HBN) requires massive energy input, explaining the high heat of vaporization.</a:t>
            </a:r>
          </a:p>
        </p:txBody>
      </p:sp>
      <p:pic>
        <p:nvPicPr>
          <p:cNvPr id="4" name="Picture 3" descr="85d8ce32b68c9ebaa2f15140e42ba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0" y="2926080"/>
            <a:ext cx="3200400" cy="45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32004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FF5722"/>
                </a:solidFill>
              </a:defRPr>
            </a:pPr>
            <a:r>
              <a:t>LATTICE PLATEAU:</a:t>
            </a:r>
            <a:br/>
            <a:r>
              <a:t>Energy sink via H-Bond dissociation (ΔH_vap)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200400"/>
            <a:ext cx="3657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00"/>
            </a:pPr>
            <a:r>
              <a:t>Temperature (°C)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/>
            </a:pPr>
            <a:r>
              <a:t>Heat Added (Q)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