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400" b="1"/>
            </a:pPr>
            <a:r>
              <a:t>Reading Bounds from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/>
            </a:pPr>
            <a:r>
              <a:t>1. Locate the 'Lower 95%' and 'Upper 95%' columns.</a:t>
            </a:r>
            <a:br/>
            <a:br/>
            <a:r>
              <a:t>2. Follow the row of your chosen variable.</a:t>
            </a:r>
            <a:br/>
            <a:br/>
            <a:r>
              <a:t>3. Extract the boundary values for your report.</a:t>
            </a:r>
          </a:p>
        </p:txBody>
      </p:sp>
      <p:pic>
        <p:nvPicPr>
          <p:cNvPr id="4" name="Picture 3" descr="c486005e99a4be8e770498772f9d2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371600"/>
            <a:ext cx="5330952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