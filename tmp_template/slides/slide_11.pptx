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The Picosecond Lifetime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41148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t>Liquid water is a series of short-term commitments. Bonds break and reform every...</a:t>
            </a:r>
          </a:p>
        </p:txBody>
      </p:sp>
      <p:pic>
        <p:nvPicPr>
          <p:cNvPr id="4" name="Picture 3" descr="74361889e26d724439504568b8af958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91840"/>
            <a:ext cx="18288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389120"/>
            <a:ext cx="41148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>
                <a:solidFill>
                  <a:srgbClr val="333333"/>
                </a:solidFill>
              </a:defRPr>
            </a:pPr>
            <a:r>
              <a:t>...seconds in a constant molecular shuffle.</a:t>
            </a:r>
          </a:p>
        </p:txBody>
      </p:sp>
      <p:pic>
        <p:nvPicPr>
          <p:cNvPr id="6" name="Picture 5" descr="6796cc7896cadf0da2eb27e2f5283a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71600"/>
            <a:ext cx="59436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601200" y="6217920"/>
            <a:ext cx="1828800" cy="365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FAST FORWARD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172200"/>
            <a:ext cx="457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>
                <a:solidFill>
                  <a:srgbClr val="007BFF"/>
                </a:solidFill>
              </a:defRPr>
            </a:pPr>
            <a:r>
              <a:t>▶▶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