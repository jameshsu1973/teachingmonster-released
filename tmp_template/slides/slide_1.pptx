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Water: Life's High-Energy, High-Drama Solvent</a:t>
            </a:r>
          </a:p>
        </p:txBody>
      </p:sp>
      <p:pic>
        <p:nvPicPr>
          <p:cNvPr id="3" name="Picture 2" descr="1a56024a99ad5ed2878dc58693d91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2011680"/>
            <a:ext cx="4572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2476" y="5303520"/>
            <a:ext cx="91440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i="1">
                <a:solidFill>
                  <a:srgbClr val="E0E0E0"/>
                </a:solidFill>
              </a:defRPr>
            </a:pPr>
            <a:r>
              <a:t>You are 70% water, 100% curious, and about to discover why the most common molecule on Earth is actually a physical anomaly.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