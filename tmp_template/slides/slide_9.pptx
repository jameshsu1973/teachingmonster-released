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The Potential Energy Well</a:t>
            </a:r>
          </a:p>
        </p:txBody>
      </p:sp>
      <p:pic>
        <p:nvPicPr>
          <p:cNvPr id="3" name="Picture 2" descr="e3afcd0c312d14cadaf332fb579637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53135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828800"/>
            <a:ext cx="1828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800" b="1">
                <a:solidFill>
                  <a:srgbClr val="E74C3C"/>
                </a:solidFill>
              </a:defRPr>
            </a:pPr>
            <a:r>
              <a:t>Pauling Repulsion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200400"/>
            <a:ext cx="2286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7F8C8D"/>
                </a:solidFill>
              </a:defRPr>
            </a:pPr>
            <a:r>
              <a:t>Interaction Dies</a:t>
            </a:r>
          </a:p>
        </p:txBody>
      </p:sp>
      <p:pic>
        <p:nvPicPr>
          <p:cNvPr id="6" name="Picture 5" descr="d9fbd58f8bbe1975c3c0c8f8951657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4754880"/>
            <a:ext cx="182880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>
                <a:solidFill>
                  <a:srgbClr val="34495E"/>
                </a:solidFill>
              </a:defRPr>
            </a:pPr>
            <a:r>
              <a:t>Stability lives in the 'Sweet Spot'. Move too close and Pauling repulsion wins; move too far and the interaction dies. 1.8 Å is the magic number.</a:t>
            </a:r>
          </a:p>
        </p:txBody>
      </p:sp>
      <p:sp>
        <p:nvSpPr>
          <p:cNvPr id="8" name="Oval 7"/>
          <p:cNvSpPr/>
          <p:nvPr/>
        </p:nvSpPr>
        <p:spPr>
          <a:xfrm>
            <a:off x="5852160" y="448056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