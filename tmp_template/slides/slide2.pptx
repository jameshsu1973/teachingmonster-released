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4400" b="1"/>
            </a:pPr>
            <a:r>
              <a:t>What is a Slope?</a:t>
            </a:r>
          </a:p>
        </p:txBody>
      </p:sp>
      <p:pic>
        <p:nvPicPr>
          <p:cNvPr id="3" name="Picture 2" descr="96a3fdf50c243f91cfb0d667132d01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50292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114800"/>
            <a:ext cx="502920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2400" b="1"/>
            </a:pPr>
            <a:r>
              <a:t>m = Slope /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4476" y="1828800"/>
            <a:ext cx="5330952" cy="3657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400"/>
            </a:pPr>
            <a:r>
              <a:t>• Slope represents the 'Unit Change'</a:t>
            </a:r>
            <a:br/>
            <a:br/>
            <a:r>
              <a:t>• Shows the rate of impact on the target variable</a:t>
            </a:r>
            <a:br/>
            <a:br/>
            <a:r>
              <a:t>• Vital for forecasting future business results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