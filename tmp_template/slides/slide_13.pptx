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solidFill>
            <a:srgbClr val="162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01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>
                <a:solidFill>
                  <a:srgbClr val="00E5FF"/>
                </a:solidFill>
              </a:defRPr>
            </a:pPr>
            <a:r>
              <a:t>Ice Lattice: The Hexagonal Honeycomb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45720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t>Ice (Ih) is a rigid lattice where every H-bond is satisfied. This creates large 'voids', making ice less dense than its liquid counterpart.</a:t>
            </a:r>
          </a:p>
        </p:txBody>
      </p:sp>
      <p:pic>
        <p:nvPicPr>
          <p:cNvPr id="5" name="Picture 4" descr="0457b2abb1b80b27e79a34daef38bb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30352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14400" y="2011680"/>
            <a:ext cx="18288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