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/>
            </a:pPr>
            <a:r>
              <a:t>The Confidence Interval: An Error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54864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/>
            </a:pPr>
            <a:r>
              <a:t>• Regression results are estimates, not absolute truth</a:t>
            </a:r>
            <a:br/>
            <a:br/>
            <a:r>
              <a:t>• Confidence Interval is a 'Range of Reliability'</a:t>
            </a:r>
            <a:br/>
            <a:br/>
            <a:r>
              <a:t>• Think of it like a weather forecast range</a:t>
            </a:r>
          </a:p>
        </p:txBody>
      </p:sp>
      <p:pic>
        <p:nvPicPr>
          <p:cNvPr id="4" name="Picture 3" descr="f6af77a585cccbb76044eec80900ec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828800"/>
            <a:ext cx="5330952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