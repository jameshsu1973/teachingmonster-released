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The Hydrophobic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Protein folding isn't about hydrophobic attraction; it's about the water's desire to be free. Aggregation releases the cages into the bulk liquid.</a:t>
            </a:r>
          </a:p>
        </p:txBody>
      </p:sp>
      <p:pic>
        <p:nvPicPr>
          <p:cNvPr id="4" name="Picture 3" descr="2d8b2789b00019411111ec054c8f3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5029200" cy="3200400"/>
          </a:xfrm>
          <a:prstGeom prst="rect">
            <a:avLst/>
          </a:prstGeom>
        </p:spPr>
      </p:pic>
      <p:pic>
        <p:nvPicPr>
          <p:cNvPr id="5" name="Picture 4" descr="f35c0f3b848df7d0a4fb114fd3ae3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86000"/>
            <a:ext cx="50292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3429000"/>
            <a:ext cx="7589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>
                <a:solidFill>
                  <a:srgbClr val="BDC3C7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77840"/>
            <a:ext cx="50292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BEFORE: Scattered</a:t>
            </a:r>
            <a:br/>
            <a:r>
              <a:t>(Ordered Water Cages)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577840"/>
            <a:ext cx="50292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AFTER: Aggregated</a:t>
            </a:r>
            <a:br/>
            <a:r>
              <a:t>(Free Water / Higher Entropy)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