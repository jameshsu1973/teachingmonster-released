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Conclusion: Stay Solvent, Stay Hydrated</a:t>
            </a:r>
          </a:p>
        </p:txBody>
      </p:sp>
      <p:pic>
        <p:nvPicPr>
          <p:cNvPr id="3" name="Picture 2" descr="07777c9b16832b587b339744a8ccc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1828800"/>
            <a:ext cx="4572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2476" y="5212080"/>
            <a:ext cx="9144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You now understand the molecular mechanics that keep your proteins folded and your ice floating. Go forth and use this knowledge responsibly.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1">
                <a:solidFill>
                  <a:srgbClr val="4A90E2"/>
                </a:solidFill>
              </a:defRPr>
            </a:pPr>
            <a:r>
              <a:t>CLASS DISMISSED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