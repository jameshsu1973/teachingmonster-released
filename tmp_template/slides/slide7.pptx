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/>
            </a:pPr>
            <a:r>
              <a:t>The Zero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/>
            </a:pPr>
            <a:r>
              <a:t>• Zero represents 'No Effect'</a:t>
            </a:r>
            <a:br/>
            <a:br/>
            <a:r>
              <a:t>• If the interval includes zero, the variable is likely just noise</a:t>
            </a:r>
            <a:br/>
            <a:br/>
            <a:r>
              <a:t>• If it stays positive or negative, the relationship is statistically significant</a:t>
            </a:r>
          </a:p>
        </p:txBody>
      </p:sp>
      <p:pic>
        <p:nvPicPr>
          <p:cNvPr id="4" name="Picture 3" descr="c077df189a51d75b8daed34077a46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