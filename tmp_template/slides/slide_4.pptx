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>
                <a:solidFill>
                  <a:srgbClr val="2C3E50"/>
                </a:solidFill>
              </a:defRPr>
            </a:pPr>
            <a:r>
              <a:t>VSEPR Refinement: The 104.5°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65760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>
                <a:solidFill>
                  <a:srgbClr val="34495E"/>
                </a:solidFill>
              </a:defRPr>
            </a:pPr>
            <a:r>
              <a:t>Lone-pair electrons are the 'office bullies' of the molecule. Their repulsion is stronger than bonding pairs, squeezing the ideal 109.5° tetrahedron down to 104.5°.</a:t>
            </a:r>
          </a:p>
        </p:txBody>
      </p:sp>
      <p:pic>
        <p:nvPicPr>
          <p:cNvPr id="4" name="Picture 3" descr="6002f5af8a53759fd3d04c05107b07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097280"/>
            <a:ext cx="7315200" cy="5303520"/>
          </a:xfrm>
          <a:prstGeom prst="rect">
            <a:avLst/>
          </a:prstGeom>
        </p:spPr>
      </p:pic>
      <p:pic>
        <p:nvPicPr>
          <p:cNvPr id="5" name="Picture 4" descr="4b32f242fe3caaa9af6ff4d31fafdc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029200"/>
            <a:ext cx="1828800" cy="548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228600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STRONG REPULSION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